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88952" cy="635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技能孵化製作報告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AACCDD"/>
                </a:solidFill>
              </a:rPr>
              <a:t>卡米爾 AI 專案經理面試實作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88AACC"/>
                </a:solidFill>
              </a:rPr>
              <a:t>柏融 Ho Po-Jung　｜　2026.06.08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📄 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偵查卷宗 9頁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🔊 WAV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廣播60分鐘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5449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593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📊 XLS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593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人口統計25縣市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34856" y="4572000"/>
            <a:ext cx="2560320" cy="1005840"/>
          </a:xfrm>
          <a:prstGeom prst="rect">
            <a:avLst/>
          </a:prstGeom>
          <a:solidFill>
            <a:srgbClr val="224466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96" y="4617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8787"/>
                </a:solidFill>
              </a:rPr>
              <a:t>📦 ZIP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6296" y="50749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DDEE"/>
                </a:solidFill>
              </a:rPr>
              <a:t>100份公文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035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787"/>
                </a:solidFill>
              </a:rPr>
              <a:t>Harness：Hermes Agent  ×  Gemma 4 31B（NCHC API）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技能包架構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什麼是「技能包」？如何讓 AI 讀懂原始資料？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11430000" cy="685800"/>
          </a:xfrm>
          <a:prstGeom prst="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2E4A"/>
                </a:solidFill>
              </a:rPr>
              <a:t>技能包 = 把原始資料轉成 AI 看得懂的格式，讓 Gemma 在問答時能查找、引用、精確回答。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" y="2468880"/>
            <a:ext cx="2011680" cy="914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原始資料
PDF/WAV/XLS/ZIP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804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48356" y="2468880"/>
            <a:ext cx="2011680" cy="9144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9407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前處理腳本
OCR / Whisper
/ xlrd / zipfile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832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8636" y="2468880"/>
            <a:ext cx="2011680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435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references/
Markdown 純文字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860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28916" y="2468880"/>
            <a:ext cx="2011680" cy="914400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7463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NCHC Gemma
4 31B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58884" y="274320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1A2E4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69196" y="2468880"/>
            <a:ext cx="2011680" cy="9144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14916" y="2514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 正確答案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566160"/>
            <a:ext cx="11430000" cy="26517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8FF88"/>
                </a:solidFill>
              </a:rPr>
              <a:t>skills/cameo-interview/
  ├── SKILL.md              ← 技能說明書（規格＋呼叫方式）
  ├── references/
  │   ├── pdf/              ← OCR 後卷宗全文
  │   ├── wav/              ← Whisper 逐字稿（時間戳記）
  │   ├── xls/              ← 縣市人口結構化表格
  │   └── zip/              ← 100 份公文全文＋索引
  └── qa/
      └── all_qa.json       ← 20 題自驗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前處理：4 種資料，4 種方法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每種格式都有獨特挑戰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5394960" cy="384048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59105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📄 PDF｜偵查卷宗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97510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挑戰：每頁都是掃描圖片，直接讀文字得到 0 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241401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方法：PyMuPDF 渲染 300 DPI → Tesseract OCR（繁中＋英）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285292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結果：9 頁全辨識，含案號、被告、犯罪事實、筆錄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29184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3192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圖片 PDF 一定要 OCR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55448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554480"/>
            <a:ext cx="5394960" cy="384048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59105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🔊 WAV｜廣播音頻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197510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挑戰：IMA ADPCM 格式、台語混雜國語、60 分鐘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0528" y="241401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方法：soundfile 讀取 → Whisper medium 轉錄（本地 GPU）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85292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結果：1,551 段逐字稿，含分鐘:秒時間戳記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29184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31927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雲端封鎖 HuggingFace，改本地跑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93192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3931920"/>
            <a:ext cx="5394960" cy="38404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96849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📊 XLS｜人口統計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35254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挑戰：12 工作表、合併儲存格、pandas 讀出全是 Unnamed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479145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方法：改用 xlrd 逐格讀取，手動重建縣市×性別×年齡結構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523036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結果：25 縣市，完整年齡組別，加入 65 歲以上老年估算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566928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96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合併儲存格要繞過 pandas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931920"/>
            <a:ext cx="5394960" cy="2194560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3931920"/>
            <a:ext cx="5394960" cy="384048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396849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📦 ZIP｜公文集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8" y="4352544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挑戰：100 份 PDF 公文，檔名中文編碼問題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4791456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方法：zipfile 解壓 → PyMuPDF 萃取 → 逐份 Markdown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0528" y="5230368"/>
            <a:ext cx="517550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• 結果：201 個輸出檔（含索引），全文可搜尋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5669280"/>
            <a:ext cx="5394960" cy="4114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569671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1A"/>
                </a:solidFill>
              </a:rPr>
              <a:t>🔑 key: 編碼問題不影響文件內容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自驗 20 題：成功、地雷與部署測試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前處理 + Railway 部署 + 向量搜尋調優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7AE60"/>
                </a:solidFill>
              </a:rPr>
              <a:t>✅ 成功範例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938528"/>
          <a:ext cx="5303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來源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答案節錄</a:t>
                      </a:r>
                    </a:p>
                  </a:txBody>
                  <a:tcPr>
                    <a:solidFill>
                      <a:srgbClr val="27AE6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PDF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被告帳戶如何遭利用？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ATM 分4筆提領12萬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新北市總人口？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4,046,564 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公文001主旨？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核定補助案計 33 件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WAV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余勝福參選哪裡？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大寮-林門市議員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035040" y="16002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A1A"/>
                </a:solidFill>
              </a:rPr>
              <a:t>⚠️ 前處理地雷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938528"/>
          <a:ext cx="57607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</a:tblGrid>
              <a:tr h="3474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地雷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原因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解法</a:t>
                      </a:r>
                    </a:p>
                  </a:txBody>
                  <a:tcPr>
                    <a:solidFill>
                      <a:srgbClr val="E86A1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PDF 無文字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掃描圖片格式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Tesseract OCR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XLS 欄名亂碼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合併儲存格→Unnamed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xlrd 逐格讀取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WAV 解碼失敗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IMA ADPCM 格式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換 soundfile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模型下載被擋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雲端封鎖 HuggingFace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本地執行 Whisper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9476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A1A8A"/>
                </a:solidFill>
              </a:rPr>
              <a:t>🚀 部署測試（Railway）發現的問題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65760" y="4133087"/>
          <a:ext cx="1143000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346165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問題</a:t>
                      </a:r>
                    </a:p>
                  </a:txBody>
                  <a:tcPr>
                    <a:solidFill>
                      <a:srgbClr val="6A1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根本原因</a:t>
                      </a:r>
                    </a:p>
                  </a:txBody>
                  <a:tcPr>
                    <a:solidFill>
                      <a:srgbClr val="6A1A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解法</a:t>
                      </a:r>
                    </a:p>
                  </a:txBody>
                  <a:tcPr>
                    <a:solidFill>
                      <a:srgbClr val="6A1A8A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Build 失敗：無法偵測語言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根目錄無 requirements.txt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根目錄加 requirements.txt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Build 失敗：無 start cmd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main.py 不在根目錄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根目錄加 main.py 引入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向量搜尋未啟用（fulltext）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chromadb 未列入 requirements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補加 chromadb==1.5.9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找不到特定公文編號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TOP_K=5 + 100份文件相似度接近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ZIP TOP_K: 5 →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6165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429 Too Many Requests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連續請求觸發 NCHC 流量限制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Retry + backoff（10/20/40s）</a:t>
                      </a:r>
                    </a:p>
                  </a:txBody>
                  <a:tcPr>
                    <a:solidFill>
                      <a:srgbClr val="F4F6F8"/>
                    </a:solidFill>
                  </a:tcPr>
                </a:tc>
              </a:tr>
              <a:tr h="34617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中文答題準確率偏低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英文 embedding 模型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444444"/>
                          </a:solidFill>
                        </a:rPr>
                        <a:t>換多語言 MiniLM-L12-v2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時間軸與可延伸方向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ACCDD"/>
                </a:solidFill>
              </a:rPr>
              <a:t>總製作時間約 6 小時（含部署測試）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417320"/>
            <a:ext cx="12188952" cy="5080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⏱ 製作時間軸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11680"/>
            <a:ext cx="201168" cy="4114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4825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資料確認＋環境建置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4825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8787"/>
                </a:solidFill>
              </a:rPr>
              <a:t>~1 hr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201168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7004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PDF OCR 前處理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67004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7D32"/>
                </a:solidFill>
              </a:rPr>
              <a:t>~10 min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255264"/>
            <a:ext cx="201168" cy="411480"/>
          </a:xfrm>
          <a:prstGeom prst="rect">
            <a:avLst/>
          </a:prstGeom>
          <a:solidFill>
            <a:srgbClr val="6A1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2918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XLS 結構解析（含debug）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329184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6A1A8A"/>
                </a:solidFill>
              </a:rPr>
              <a:t>~1 hr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877056"/>
            <a:ext cx="201168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1363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ZIP 批量萃取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60" y="3913632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2E7D32"/>
                </a:solidFill>
              </a:rPr>
              <a:t>~5 min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498848"/>
            <a:ext cx="201168" cy="4114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35424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WAV 轉錄（Whisper）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4535424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8787"/>
                </a:solidFill>
              </a:rPr>
              <a:t>~30 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120640"/>
            <a:ext cx="201168" cy="41148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5721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20 題 QA 撰寫＋自驗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157216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1A2E4A"/>
                </a:solidFill>
              </a:rPr>
              <a:t>~1 hr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42432"/>
            <a:ext cx="201168" cy="411480"/>
          </a:xfrm>
          <a:prstGeom prst="rect">
            <a:avLst/>
          </a:prstGeom>
          <a:solidFill>
            <a:srgbClr val="0087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577900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向量搜尋實作（ChromaDB）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23360" y="5779008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8787"/>
                </a:solidFill>
              </a:rPr>
              <a:t>~1 hr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6364224"/>
            <a:ext cx="201168" cy="41148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40080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</a:rPr>
              <a:t>Railway 部署＋除錯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23360" y="640080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E86A1A"/>
                </a:solidFill>
              </a:rPr>
              <a:t>~1 hr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6986016"/>
            <a:ext cx="5029200" cy="254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70774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1">
                <a:solidFill>
                  <a:srgbClr val="1A2E4A"/>
                </a:solidFill>
              </a:rPr>
              <a:t>總計：約 6 小時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16002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E4A"/>
                </a:solidFill>
              </a:rPr>
              <a:t>🚀 可延伸方向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2011680"/>
            <a:ext cx="5394960" cy="777240"/>
          </a:xfrm>
          <a:prstGeom prst="rect">
            <a:avLst/>
          </a:prstGeom>
          <a:solidFill>
            <a:srgbClr val="E8F8ED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04825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✓ RAG 向量搜尋（已完成）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237744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ChromaDB，603 chunks，TOP_K per source，只注入相關段落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2880360"/>
            <a:ext cx="5394960" cy="777240"/>
          </a:xfrm>
          <a:prstGeom prst="rect">
            <a:avLst/>
          </a:prstGeom>
          <a:solidFill>
            <a:srgbClr val="E8F8ED"/>
          </a:solidFill>
          <a:ln w="127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7960" y="291693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7AE60"/>
                </a:solidFill>
              </a:rPr>
              <a:t>✓ Railway API 部署（已完成）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32461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/ask + /health + /sources，向量搜尋啟用，fulltext fallback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3749040"/>
            <a:ext cx="5394960" cy="777240"/>
          </a:xfrm>
          <a:prstGeom prst="rect">
            <a:avLst/>
          </a:prstGeom>
          <a:solidFill>
            <a:srgbClr val="FFF3E0"/>
          </a:solidFill>
          <a:ln w="12700">
            <a:solidFill>
              <a:srgbClr val="E8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37960" y="378561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1A"/>
                </a:solidFill>
              </a:rPr>
              <a:t>多語言 Embedding（進行中）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4114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從英文 all-MiniLM 換成 multilingual-MiniLM-L12-v2，提升中文準確率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4617720"/>
            <a:ext cx="5394960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465429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787"/>
                </a:solidFill>
              </a:rPr>
              <a:t>Function Calling / Tool Use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4983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給 Gemma 工具（search_pdf/wav/xls/zip），自行決定呼叫哪個來源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5486400"/>
            <a:ext cx="5394960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08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37960" y="5522976"/>
            <a:ext cx="5120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8787"/>
                </a:solidFill>
              </a:rPr>
              <a:t>多文件交叉查詢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37960" y="58521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44444"/>
                </a:solidFill>
              </a:rPr>
              <a:t>同時引用 PDF 卷宗＋XLS 人口資料，回答跨來源的複合問題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41908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CCDD"/>
                </a:solidFill>
              </a:rPr>
              <a:t>現場歡迎提問任何技術細節　｜　repo: hopojung/Cameo　branch: claude/cameo-interview-prep-0cOgW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