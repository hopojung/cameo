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635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技能孵化製作報告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DD"/>
                </a:solidFill>
              </a:rPr>
              <a:t>卡米爾 AI 專案經理面試實作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</a:rPr>
              <a:t>柏融 Ho Po-Jung　｜　2026.06.08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📄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偵查卷宗 9頁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🔊 WAV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廣播60分鐘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📊 XLS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人口統計25縣市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3485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📦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9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100份公文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787"/>
                </a:solidFill>
              </a:rPr>
              <a:t>Harness：Cameo Skill API  ×  Gemma 4 31B（NCHC API）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技能包架構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什麼是「技能包」？如何讓 AI 讀懂原始資料？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1430000" cy="6858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4A"/>
                </a:solidFill>
              </a:rPr>
              <a:t>技能包 = 把原始資料轉成 AI 看得懂的格式，讓 Gemma 在問答時能查找、引用、精確回答。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" y="2468880"/>
            <a:ext cx="2011680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原始資料
PDF/WAV/XLS/ZIP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804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8356" y="2468880"/>
            <a:ext cx="2011680" cy="9144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407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前處理腳本
OCR / Whisper
/ xlrd / zipfile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832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8636" y="2468880"/>
            <a:ext cx="201168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435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references/
Markdown 純文字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8916" y="2468880"/>
            <a:ext cx="2011680" cy="91440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463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NCHC Gemma
4 31B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888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69196" y="2468880"/>
            <a:ext cx="2011680" cy="9144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491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 正確答案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66160"/>
            <a:ext cx="11430000" cy="2651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FF88"/>
                </a:solidFill>
              </a:rPr>
              <a:t>skills/cameo-interview/
  ├── SKILL.md              ← 技能說明書（規格＋呼叫方式）
  ├── references/
  │   ├── pdf/              ← OCR 後卷宗全文
  │   ├── wav/              ← Whisper 逐字稿（時間戳記）
  │   ├── xls/              ← 縣市人口結構化表格
  │   └── zip/              ← 100 份公文全文＋索引
  └── qa/
      └── all_qa.json       ← 20 題自驗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前處理：4 種資料，4 種方法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每種格式都有獨特挑戰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539496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📄 PDF｜偵查卷宗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挑戰：每頁都是掃描圖片，直接讀文字得到 0 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方法：PyMuPDF 渲染 300 DPI → Tesseract OCR（繁中＋英）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結果：9 頁全辨識，含案號、被告、犯罪事實、筆錄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圖片 PDF 一定要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54480"/>
            <a:ext cx="5394960" cy="38404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🔊 WAV｜廣播音頻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挑戰：IMA ADPCM 格式、台語混雜國語、60 分鐘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方法：soundfile 讀取 → Whisper medium 轉錄（本地 GPU）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結果：1,551 段逐字稿，含分鐘:秒時間戳記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雲端封鎖 HuggingFace，改本地跑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31920"/>
            <a:ext cx="539496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XLS｜人口統計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挑戰：12 工作表、合併儲存格、pandas 讀出全是 Unnamed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方法：改用 xlrd 逐格讀取，手動重建縣市×性別×年齡結構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結果：25 縣市，完整年齡組別，加入 65 歲以上老年估算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合併儲存格要繞過 pandas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931920"/>
            <a:ext cx="5394960" cy="384048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📦 ZIP｜公文集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挑戰：100 份 PDF 公文，檔名中文編碼問題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方法：zipfile 解壓 → PyMuPDF 萃取 → 逐份 Markdown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結果：201 個輸出檔（含索引），全文可搜尋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編碼問題不影響文件內容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自驗 20 題：成功、地雷與部署測試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前處理 + Railway 部署 + 向量搜尋調優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✅ 成功範例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38528"/>
          <a:ext cx="5303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來源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答案節錄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被告帳戶如何遭利用？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ATM 分4筆提領12萬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新北市總人口？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4,046,564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公文001主旨？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核定補助案計 33 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余勝福參選哪裡？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大寮-林門市議員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6002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1A"/>
                </a:solidFill>
              </a:rPr>
              <a:t>⚠️ 前處理地雷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938528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地雷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 無文字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掃描圖片格式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Tesseract OCR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欄名亂碼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合併儲存格→Unnamed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xlrd 逐格讀取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 解碼失敗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IMA ADPCM 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 soundfile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模型下載被擋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雲端封鎖 HuggingFace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本地執行 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1A8A"/>
                </a:solidFill>
              </a:rPr>
              <a:t>🚀 部署測試（Railway）發現的問題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133087"/>
          <a:ext cx="114300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46165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根本原因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失敗：無法偵測語言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根目錄無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 start cmd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main.py 不在根目錄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main.py 引入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向量搜尋未啟用（fulltext）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chromadb 未列入 requirements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補加 chromadb==1.5.9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找不到特定公文編號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TOP_K=5 + 100份文件相似度接近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TOP_K: 5 →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429 Too Many Requests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連續請求觸發 NCHC 流量限制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Retry + backoff（10/20/40s）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7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中文答題準確率偏低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英文 embedding 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換多語言 MiniLM-L12-v2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時間軸與可延伸方向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總製作時間約 6 小時（含部署測試）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⏱ 製作時間軸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資料確認＋環境建置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48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PDF OCR 前處理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7004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~10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55264"/>
            <a:ext cx="201168" cy="41148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91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XLS 結構解析（含debug）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291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6A1A8A"/>
                </a:solidFill>
              </a:rPr>
              <a:t>~1 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77056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ZIP 批量萃取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136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98848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354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WAV 轉錄（Whisper）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53542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20640"/>
            <a:ext cx="201168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5721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20 題 QA 撰寫＋自驗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15721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A2E4A"/>
                </a:solidFill>
              </a:rPr>
              <a:t>~1 hr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42432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7790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向量搜尋實作（ChromaDB）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5779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6364224"/>
            <a:ext cx="201168" cy="411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00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Railway 部署＋除錯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64008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86A1A"/>
                </a:solidFill>
              </a:rPr>
              <a:t>~1 hr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986016"/>
            <a:ext cx="5029200" cy="25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70774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1A2E4A"/>
                </a:solidFill>
              </a:rPr>
              <a:t>總計：約 6 小時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00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🚀 可延伸方向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01168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0482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RAG 向量搜尋（已完成）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ChromaDB，603 chunks，TOP_K per source，只注入相關段落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036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1693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Railway API 部署（已完成）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2461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/ask + /health + /sources，向量搜尋啟用，fulltext fallback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4904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378561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多語言 Embedding（已完成）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換成 multilingual-MiniLM-L12-v2，bundled 進 repo（Git LFS），Railway 可離線載入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61772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6542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Function Calling / Tool Use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給 Gemma 工具（search_pdf/wav/xls/zip），自行決定呼叫哪個來源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48640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552297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多文件交叉查詢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852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同時引用 PDF 卷宗＋XLS 人口資料，回答跨來源的複合問題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41908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DD"/>
                </a:solidFill>
              </a:rPr>
              <a:t>現場歡迎提問任何技術細節　｜　repo: hopojung/Cameo　branch: claude/cameo-interview-prep-0cOgW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驗證歷程：從 8 題到 17 題（共 20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三輪迭代、逐步排雷，最終達成 85% 通過率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E4A"/>
                </a:solidFill>
              </a:rPr>
              <a:t>📈 三輪迭代過程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65960"/>
          <a:ext cx="1143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輪次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通過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關鍵問題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採取的修正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1 輪（初始）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8 /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 過小；429 限流；keyword 空格不匹配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2 輪（調參後）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13 /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縣市資料錯位；WAV QA 來賓名稱有誤；英文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 5→15；retry backoff；keyword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第 3 輪（全修後）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17 /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公文 020/050/080 fulltext 截斷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前處理 bug 修復；QA 更新；multilingual model bundled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61188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1A"/>
                </a:solidFill>
              </a:rPr>
              <a:t>❌ 剩餘 3 題未通過原因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977639"/>
          <a:ext cx="6858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7719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題目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根本原因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修復路徑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zip_03（公文020）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fulltext 12,000字元限制，100份公文第6份即截斷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重建向量索引 → vector search 直接定位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zip_04（公文050）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zip_05（公文080）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361188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🎯 最終成績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977639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PDF：5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361687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XLS：5 / 5（縣市錯位修正後）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745735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WAV：5 / 5（QA 名稱修正後）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5129783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✓ ZIP：2 / 5（001、005 通過）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5513831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6A1A"/>
                </a:solidFill>
              </a:rPr>
              <a:t>✗ ZIP：0 / 3（020、050、080 待索引重建）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5897880"/>
            <a:ext cx="4297680" cy="6858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5943600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17 / 20 = 85%  通過率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