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635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技能孵化製作報告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DD"/>
                </a:solidFill>
              </a:rPr>
              <a:t>卡米爾 AI 專案經理面試實作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</a:rPr>
              <a:t>柏融 Ho Po-Jung　｜　2026.06.08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4572000"/>
            <a:ext cx="2560320" cy="1005840"/>
          </a:xfrm>
          <a:prstGeom prst="rect">
            <a:avLst/>
          </a:prstGeom>
          <a:solidFill>
            <a:srgbClr val="224466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📄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5074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偵查卷宗 9頁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4572000"/>
            <a:ext cx="2560320" cy="1005840"/>
          </a:xfrm>
          <a:prstGeom prst="rect">
            <a:avLst/>
          </a:prstGeom>
          <a:solidFill>
            <a:srgbClr val="224466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🔊 WAV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5074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廣播60分鐘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4572000"/>
            <a:ext cx="2560320" cy="1005840"/>
          </a:xfrm>
          <a:prstGeom prst="rect">
            <a:avLst/>
          </a:prstGeom>
          <a:solidFill>
            <a:srgbClr val="224466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📊 XLS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5074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人口統計25縣市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34856" y="4572000"/>
            <a:ext cx="2560320" cy="1005840"/>
          </a:xfrm>
          <a:prstGeom prst="rect">
            <a:avLst/>
          </a:prstGeom>
          <a:solidFill>
            <a:srgbClr val="224466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787"/>
                </a:solidFill>
              </a:rPr>
              <a:t>📦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5074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100份公文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8787"/>
                </a:solidFill>
              </a:rPr>
              <a:t>Harness：Hermes Agent  ×  Gemma 4 31B（NCHC API）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技能包架構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CCDD"/>
                </a:solidFill>
              </a:rPr>
              <a:t>什麼是「技能包」？如何讓 AI 讀懂原始資料？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2188952" cy="50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685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4A"/>
                </a:solidFill>
              </a:rPr>
              <a:t>技能包 = 把原始資料轉成 AI 看得懂的格式，讓 Gemma 在問答時能查找、引用、精確回答。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" y="2468880"/>
            <a:ext cx="201168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5146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原始資料
PDF/WAV/XLS/ZIP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044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8356" y="2468880"/>
            <a:ext cx="2011680" cy="9144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4076" y="25146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前處理腳本
OCR / Whisper
/ xlrd / zipfile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8324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8636" y="2468880"/>
            <a:ext cx="201168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4356" y="25146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references/
Markdown 純文字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8916" y="2468880"/>
            <a:ext cx="2011680" cy="914400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4636" y="25146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NCHC Gemma
4 31B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8884" y="2743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2E4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69196" y="2468880"/>
            <a:ext cx="2011680" cy="91440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4916" y="25146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 正確答案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1143000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FF88"/>
                </a:solidFill>
              </a:rPr>
              <a:t>skills/cameo-interview/
  ├── SKILL.md              ← 技能說明書（規格＋呼叫方式）
  ├── references/
  │   ├── pdf/              ← OCR 後卷宗全文
  │   ├── wav/              ← Whisper 逐字稿（時間戳記）
  │   ├── xls/              ← 縣市人口結構化表格
  │   └── zip/              ← 100 份公文全文＋索引
  └── qa/
      └── all_qa.json       ← 20 題自驗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前處理：4 種資料，4 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CCDD"/>
                </a:solidFill>
              </a:rPr>
              <a:t>每種格式都有獨特挑戰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2188952" cy="50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3949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910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📄 PDF｜偵查卷宗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75104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挑戰：每頁都是掃描圖片，直接讀文字得到 0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14016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方法：PyMuPDF 渲染 300 DPI → Tesseract OCR（繁中＋英）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52928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結果：9 頁全辨識，含案號、被告、犯罪事實、筆錄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91840"/>
            <a:ext cx="5394960" cy="411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1A"/>
                </a:solidFill>
              </a:rPr>
              <a:t>🔑 key: 圖片 PDF 一定要 OCR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394960" cy="38404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910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🔊 WAV｜廣播音頻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975104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挑戰：IMA ADPCM 格式、台語混雜國語、60 分鐘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414016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方法：soundfile 讀取 → Whisper medium 轉錄（本地 GPU）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852928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結果：1,551 段逐字稿，含分鐘:秒時間戳記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91840"/>
            <a:ext cx="5394960" cy="411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1A"/>
                </a:solidFill>
              </a:rPr>
              <a:t>🔑 key: 雲端封鎖 HuggingFace，改本地跑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53949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684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📊 XLS｜人口統計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352544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挑戰：12 工作表、合併儲存格、pandas 讀出全是 Unnamed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791456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方法：改用 xlrd 逐格讀取，手動重建縣市×性別×年齡結構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230368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結果：25 縣市，完整年齡組別，加入 65 歲以上老年估算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69280"/>
            <a:ext cx="5394960" cy="411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696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1A"/>
                </a:solidFill>
              </a:rPr>
              <a:t>🔑 key: 合併儲存格要繞過 pandas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394960" cy="21945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394960" cy="384048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684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📦 ZIP｜公文集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352544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挑戰：100 份 PDF 公文，檔名中文編碼問題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791456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方法：zipfile 解壓 → PyMuPDF 萃取 → 逐份 Markdown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230368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• 結果：201 個輸出檔（含索引），全文可搜尋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669280"/>
            <a:ext cx="5394960" cy="4114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696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A1A"/>
                </a:solidFill>
              </a:rPr>
              <a:t>🔑 key: 編碼問題不影響文件內容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自驗 20 題：成功經驗與地雷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CCDD"/>
                </a:solidFill>
              </a:rPr>
              <a:t>4 資料 × 5 題，全部驗證通過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2188952" cy="50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</a:rPr>
              <a:t>✅ 成功範例（4 題代表）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9659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來源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問題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答案節錄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PDF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被告帳戶如何遭利用？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分4筆ATM提領12萬元整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XLS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新北市總人口多少？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4,046,564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ZIP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公文001主旨？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核定補助案計 33 件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WAV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余勝福參選哪裡？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大寮-林門市議員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600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1A"/>
                </a:solidFill>
              </a:rPr>
              <a:t>⚠️ 踩到的地雷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96596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地雷</a:t>
                      </a:r>
                    </a:p>
                  </a:txBody>
                  <a:tcPr>
                    <a:solidFill>
                      <a:srgbClr val="E86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原因</a:t>
                      </a:r>
                    </a:p>
                  </a:txBody>
                  <a:tcPr>
                    <a:solidFill>
                      <a:srgbClr val="E86A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解法</a:t>
                      </a:r>
                    </a:p>
                  </a:txBody>
                  <a:tcPr>
                    <a:solidFill>
                      <a:srgbClr val="E86A1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PDF 無文字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掃描圖片格式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加 OCR（Tesseract）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XLS 欄名亂碼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合併儲存格導致 Unnamed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改用 xlrd 逐格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WAV 解碼失敗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IMA ADPCM 格式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換 soundfile 讀取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模型下載被擋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雲端封鎖 HuggingFace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改本地執行 Whisper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Prompt 超長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100份公文一次全塞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</a:rPr>
                        <a:t>動態選相關 references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78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問答架構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2E4A"/>
                </a:solidFill>
              </a:rPr>
              <a:t>問題  →  Hermes 載入 references/  →  組 System Prompt + 問題  →  NCHC Gemma 4 31B  →  引用來源 + 答案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規則：只能根據 references/ 回答，找不到就說「資料中未提及」，並引用來源段落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時間軸與可延伸方向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CCDD"/>
                </a:solidFill>
              </a:rPr>
              <a:t>總製作時間約 4 小時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12188952" cy="50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⏱ 製作時間軸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01168" cy="4114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資料確認＋環境建置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4825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8787"/>
                </a:solidFill>
              </a:rPr>
              <a:t>~1 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201168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PDF OCR 前處理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700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7D32"/>
                </a:solidFill>
              </a:rPr>
              <a:t>~10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55264"/>
            <a:ext cx="201168" cy="411480"/>
          </a:xfrm>
          <a:prstGeom prst="rect">
            <a:avLst/>
          </a:prstGeom>
          <a:solidFill>
            <a:srgbClr val="6A1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XLS 結構解析（含debug）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291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6A1A8A"/>
                </a:solidFill>
              </a:rPr>
              <a:t>~1 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77056"/>
            <a:ext cx="201168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ZIP 批量萃取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E7D32"/>
                </a:solidFill>
              </a:rPr>
              <a:t>~5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98848"/>
            <a:ext cx="201168" cy="4114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3542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WAV 轉錄（Whisper）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3542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8787"/>
                </a:solidFill>
              </a:rPr>
              <a:t>~30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201168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5721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</a:rPr>
              <a:t>20 題 QA 撰寫＋自驗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15721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A2E4A"/>
                </a:solidFill>
              </a:rPr>
              <a:t>~1 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42432"/>
            <a:ext cx="5029200" cy="25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33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1A2E4A"/>
                </a:solidFill>
              </a:rPr>
              <a:t>總計：約 4 小時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600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🚀 可延伸方向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011680"/>
            <a:ext cx="5394960" cy="777240"/>
          </a:xfrm>
          <a:prstGeom prst="rect">
            <a:avLst/>
          </a:prstGeom>
          <a:solidFill>
            <a:srgbClr val="E8F8ED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0482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✓ RAG 向量搜尋（已實作）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只注入最相關段落，大幅減少 Token 用量，提升答題準確率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0360"/>
            <a:ext cx="5394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9169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787"/>
                </a:solidFill>
              </a:rPr>
              <a:t>Function Calling / Tool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給 Hermes 工具（search_pdf / search_wav / search_xls / search_zip），由 Gemma 自行決定呼叫哪個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49040"/>
            <a:ext cx="5394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78561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787"/>
                </a:solidFill>
              </a:rPr>
              <a:t>多文件交叉查詢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同時引用 PDF 卷宗＋XLS 人口資料，回答需跨資料的複合問題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617720"/>
            <a:ext cx="5394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6542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787"/>
                </a:solidFill>
              </a:rPr>
              <a:t>非技術人員友善介面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包一個簡單 Web UI：輸入問題 → 輸出引用答案，隱藏 API 細節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86400"/>
            <a:ext cx="539496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52297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787"/>
                </a:solidFill>
              </a:rPr>
              <a:t>技能包版本管理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資料更新時自動重新前處理，確保 references 與向量索引永遠最新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41908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DD"/>
                </a:solidFill>
              </a:rPr>
              <a:t>現場歡迎提問任何技術細節　｜　repo: hopojung/Cameo　branch: claude/cameo-interview-prep-0cOgW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